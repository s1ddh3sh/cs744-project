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76983E-2754-0315-AA67-E6D27E7B3EEE}" v="116" dt="2025-11-22T07:54:55.452"/>
    <p1510:client id="{6C7E4F44-2E03-E440-948E-E8FF3B2B4D28}" v="1" dt="2025-11-22T06:43:43.942"/>
    <p1510:client id="{77D1B038-7FE5-197E-F3D8-BC79C00793A6}" v="3244" dt="2025-11-22T09:23:17.031"/>
    <p1510:client id="{8D1C9E54-B391-2E48-1A4D-D359510F4A86}" v="9" dt="2025-11-22T06:43:31.45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8:41:48.8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13238 8769 16383 0 0,'6'0'0'0'0,"12"0"0"0"0,20 0 0 0 0,14 0 0 0 0,9 0 0 0 0,12 0 0 0 0,3 0 0 0 0,6 0 0 0 0,1 0 0 0 0,-4 0 0 0 0,-9 0 0 0 0,-6 0 0 0 0,-2 0 0 0 0,-1 0 0 0 0,0 0 0 0 0,13 0 0 0 0,18 0 0 0 0,10-6 0 0 0,13-2 0 0 0,18-6 0 0 0,5 0 0 0 0,4-5 0 0 0,1 2 0 0 0,-6 4 0 0 0,-9 3 0 0 0,-4 4 0 0 0,2 3 0 0 0,12-4 0 0 0,9-2 0 0 0,-3 1 0 0 0,-3 2 0 0 0,-8 2 0 0 0,-3 2 0 0 0,-13 1 0 0 0,-10 0 0 0 0,-11 2 0 0 0,-12-1 0 0 0,-9 0 0 0 0,-5 1 0 0 0,1-1 0 0 0,5 0 0 0 0,14 0 0 0 0,8 0 0 0 0,-1 0 0 0 0,-7 0 0 0 0,-6 0 0 0 0,-13-5 0 0 0,-13-3 0 0 0,-10 1 0 0 0,-8 2 0 0 0,-6 1 0 0 0,-3 1 0 0 0,-1 2 0 0 0,-1 0 0 0 0,1 1 0 0 0,0 0 0 0 0,1 1 0 0 0,1-1 0 0 0,4 0 0 0 0,9 0 0 0 0,12 1 0 0 0,20 4 0 0 0,15 3 0 0 0,8 0 0 0 0,3-2 0 0 0,2-2 0 0 0,-13-2 0 0 0,-10 0 0 0 0,-13-2 0 0 0,-14 0 0 0 0,-10 0 0 0 0,-7 0 0 0 0,-5-1 0 0 0,4 1 0 0 0,6 0 0 0 0,7 0 0 0 0,5 0 0 0 0,6 0 0 0 0,-3 0 0 0 0,0 0 0 0 0,-4 0 0 0 0,-6 0 0 0 0,-6 0 0 0 0,-4 0 0 0 0,-3 0 0 0 0,-2 0 0 0 0,-2 0 0 0 0,-1 0 0 0 0,-7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8:41:48.87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18909 8999 16383 0 0,'2'-2'0'0'0,"16"-11"0"0"0,15-14 0 0 0,20-14 0 0 0,12-11 0 0 0,11-2 0 0 0,17-5 0 0 0,11-3 0 0 0,6-4 0 0 0,1-2 0 0 0,-7 5 0 0 0,-10 2 0 0 0,-4 6 0 0 0,0 0 0 0 0,16-2 0 0 0,19-7 0 0 0,15-11 0 0 0,10-8 0 0 0,-2 6 0 0 0,-10 3 0 0 0,-16 10 0 0 0,-19 9 0 0 0,-15 9 0 0 0,-17 12 0 0 0,-10 1 0 0 0,-4 1 0 0 0,5-1 0 0 0,3 1 0 0 0,7-6 0 0 0,9-8 0 0 0,2-1 0 0 0,-8 1 0 0 0,-11 8 0 0 0,-5 6 0 0 0,-7 8 0 0 0,-8 2 0 0 0,7-6 0 0 0,11-4 0 0 0,12-2 0 0 0,11-7 0 0 0,7-2 0 0 0,0-4 0 0 0,0-1 0 0 0,-9 3 0 0 0,-9 4 0 0 0,-10 8 0 0 0,-11 5 0 0 0,-9 7 0 0 0,-7 6 0 0 0,-3 2 0 0 0,3-4 0 0 0,0 2 0 0 0,6-3 0 0 0,1 2 0 0 0,-2-2 0 0 0,-2 3 0 0 0,-8-3 0 0 0,-4 3 0 0 0,4-2 0 0 0,8-4 0 0 0,8-4 0 0 0,7-2 0 0 0,0 2 0 0 0,-4 0 0 0 0,-5 0 0 0 0,-5 3 0 0 0,-4 5 0 0 0,-8 1 0 0 0,-4 3 0 0 0,0 3 0 0 0,1 4 0 0 0,-4-3 0 0 0,0 0 0 0 0,1 2 0 0 0,3 1 0 0 0,-1 3 0 0 0,-3 1 0 0 0,6-2 0 0 0,24-11 0 0 0,24-10 0 0 0,10-6 0 0 0,-5-3 0 0 0,-5-2 0 0 0,-9 6 0 0 0,-17 2 0 0 0,-16 6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8:41:48.87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23645 6136 16383 0 0,'0'5'0'0'0,"5"16"0"0"0,7 21 0 0 0,7 15 0 0 0,6 13 0 0 0,4 8 0 0 0,-2 0 0 0 0,-1-2 0 0 0,1-2 0 0 0,1 8 0 0 0,2 2 0 0 0,1 9 0 0 0,2 6 0 0 0,0 4 0 0 0,-5 0 0 0 0,-2-6 0 0 0,-6-9 0 0 0,0-8 0 0 0,-3-12 0 0 0,-6-12 0 0 0,2-10 0 0 0,-1-7 0 0 0,-4-6 0 0 0,-2-1 0 0 0,3-2 0 0 0,0-6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8:41:48.87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24799 7600 16383 0 0,'-8'4'0'0'0,"-18"6"0"0"0,-14 2 0 0 0,-19 4 0 0 0,-9 4 0 0 0,-4 6 0 0 0,-2 3 0 0 0,7 2 0 0 0,9-4 0 0 0,4-1 0 0 0,5 0 0 0 0,5 2 0 0 0,-6 1 0 0 0,-1 2 0 0 0,-7 0 0 0 0,0 2 0 0 0,-1-1 0 0 0,-2 1 0 0 0,4 0 0 0 0,1 0 0 0 0,-1-1 0 0 0,3-4 0 0 0,6-3 0 0 0,-1 1 0 0 0,-2 0 0 0 0,-4 3 0 0 0,-4 1 0 0 0,-3 1 0 0 0,4 1 0 0 0,0 1 0 0 0,0 0 0 0 0,3-1 0 0 0,1 1 0 0 0,3 0 0 0 0,0-6 0 0 0,3-1 0 0 0,3-1 0 0 0,0 2 0 0 0,-5 2 0 0 0,-4 6 0 0 0,-5 4 0 0 0,-3 0 0 0 0,-2-1 0 0 0,-1-1 0 0 0,-1-2 0 0 0,0 0 0 0 0,-5 4 0 0 0,-9 7 0 0 0,-8 2 0 0 0,-5 4 0 0 0,-12 5 0 0 0,-14 0 0 0 0,3-4 0 0 0,3-1 0 0 0,5-3 0 0 0,9 2 0 0 0,5-3 0 0 0,7-4 0 0 0,8-4 0 0 0,6-8 0 0 0,9-5 0 0 0,11-7 0 0 0,3-1 0 0 0,5-3 0 0 0,4 0 0 0 0,3-2 0 0 0,4-4 0 0 0,0 3 0 0 0,-3-2 0 0 0,-2 4 0 0 0,0-2 0 0 0,2-2 0 0 0,1 2 0 0 0,1 4 0 0 0,1 0 0 0 0,1-3 0 0 0,1 1 0 0 0,-1-2 0 0 0,1-2 0 0 0,-6 1 0 0 0,-2 5 0 0 0,1-1 0 0 0,1 3 0 0 0,1-2 0 0 0,2-4 0 0 0,1-4 0 0 0,2-4 0 0 0,2-2 0 0 0,-1 3 0 0 0,1 1 0 0 0,0 0 0 0 0,4 1 0 0 0,4 0 0 0 0,1-2 0 0 0,4 4 0 0 0,-1 0 0 0 0,-2-1 0 0 0,0-3 0 0 0,-1 2 0 0 0,-2 6 0 0 0,-3-1 0 0 0,-2 4 0 0 0,4-2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8:41:48.87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20507 9846 16383 0 0,'-2'0'0'0'0,"-16"0"0"0"0,-21 0 0 0 0,-15 0 0 0 0,-15 0 0 0 0,-7 0 0 0 0,-2 0 0 0 0,-4 0 0 0 0,1 0 0 0 0,3 0 0 0 0,-1 0 0 0 0,1 0 0 0 0,-3 0 0 0 0,-4 0 0 0 0,-11 0 0 0 0,-7 0 0 0 0,-2 0 0 0 0,0 0 0 0 0,1 0 0 0 0,2 0 0 0 0,7 0 0 0 0,8 5 0 0 0,3 3 0 0 0,5-1 0 0 0,-8-2 0 0 0,-5-1 0 0 0,-11-1 0 0 0,1-2 0 0 0,2 0 0 0 0,6-1 0 0 0,2-1 0 0 0,7 7 0 0 0,0 1 0 0 0,-1 0 0 0 0,-4-2 0 0 0,-2-1 0 0 0,-9-2 0 0 0,-4 0 0 0 0,-2-2 0 0 0,7 0 0 0 0,3 0 0 0 0,-4 0 0 0 0,-3-1 0 0 0,-7 1 0 0 0,-9 0 0 0 0,-1 0 0 0 0,2 0 0 0 0,6 0 0 0 0,5 0 0 0 0,10 0 0 0 0,5 0 0 0 0,7 0 0 0 0,8 0 0 0 0,5 0 0 0 0,4 0 0 0 0,3 0 0 0 0,-4 0 0 0 0,5 0 0 0 0,2 0 0 0 0,0 0 0 0 0,6 0 0 0 0,1 0 0 0 0,0 0 0 0 0,-3 0 0 0 0,-1 0 0 0 0,-3 0 0 0 0,-1 0 0 0 0,0 0 0 0 0,-1 0 0 0 0,-1 0 0 0 0,-5 0 0 0 0,-2 0 0 0 0,1 0 0 0 0,6 0 0 0 0,4 0 0 0 0,2 0 0 0 0,-1 0 0 0 0,5 0 0 0 0,6 0 0 0 0,1 0 0 0 0,3 0 0 0 0,4 0 0 0 0,3 0 0 0 0,3 0 0 0 0,2 0 0 0 0,2 0 0 0 0,0 0 0 0 0,0 0 0 0 0,0 0 0 0 0,0 0 0 0 0,0 0 0 0 0,0 0 0 0 0,-1 0 0 0 0,1 0 0 0 0,0 0 0 0 0,1 0 0 0 0,3 0 0 0 0,0 0 0 0 0,1 0 0 0 0,-1 0 0 0 0,2 0 0 0 0,0 0 0 0 0,-2 0 0 0 0,0 0 0 0 0,1 0 0 0 0,3 0 0 0 0,5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8:41:48.88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13175 8700 16383 0 0,'0'3'0'0'0,"0"9"0"0"0,-6 21 0 0 0,-1 15 0 0 0,0 11 0 0 0,1 6 0 0 0,-3 3 0 0 0,-1 1 0 0 0,2 0 0 0 0,1-6 0 0 0,-2-3 0 0 0,-1-6 0 0 0,2-6 0 0 0,2-7 0 0 0,2-4 0 0 0,-3-3 0 0 0,-1-2 0 0 0,0 5 0 0 0,3 2 0 0 0,1-1 0 0 0,2-1 0 0 0,1-2 0 0 0,1-2 0 0 0,0-2 0 0 0,-5-1 0 0 0,-2 1 0 0 0,0-1 0 0 0,2-2 0 0 0,1-2 0 0 0,2-2 0 0 0,0-3 0 0 0,2-2 0 0 0,0 1 0 0 0,0 4 0 0 0,0 2 0 0 0,6-3 0 0 0,2-1 0 0 0,5-3 0 0 0,10-5 0 0 0,8-5 0 0 0,3-4 0 0 0,1-3 0 0 0,1-2 0 0 0,-3-1 0 0 0,-7 0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8:41:48.88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13308 10608 16383 0 0,'3'0'0'0'0,"22"0"0"0"0,17 0 0 0 0,13 0 0 0 0,14 0 0 0 0,5 0 0 0 0,3 0 0 0 0,3 0 0 0 0,1 0 0 0 0,-10 0 0 0 0,-10 0 0 0 0,-4 0 0 0 0,-7 0 0 0 0,4 0 0 0 0,6 0 0 0 0,2 0 0 0 0,13 0 0 0 0,6 0 0 0 0,6 0 0 0 0,4 0 0 0 0,3-5 0 0 0,3-3 0 0 0,-4 1 0 0 0,-8 2 0 0 0,-11 0 0 0 0,-3 3 0 0 0,-2-5 0 0 0,-1-1 0 0 0,3 1 0 0 0,2 2 0 0 0,-1 1 0 0 0,-2 2 0 0 0,-6 1 0 0 0,-10 0 0 0 0,-2 1 0 0 0,-5 1 0 0 0,1-1 0 0 0,3 0 0 0 0,10-5 0 0 0,11-2 0 0 0,10 0 0 0 0,7 1 0 0 0,0 2 0 0 0,2 2 0 0 0,1 1 0 0 0,2 0 0 0 0,9 1 0 0 0,10 0 0 0 0,28 1 0 0 0,36-1 0 0 0,34-8 0 0 0,28-2 0 0 0,18 1 0 0 0,-6 1 0 0 0,-28 2 0 0 0,-36 3 0 0 0,-39 1 0 0 0,-33 1 0 0 0,-19 1 0 0 0,-10 0 0 0 0,-8 1 0 0 0,-1-1 0 0 0,-3 1 0 0 0,-8-1 0 0 0,-4 0 0 0 0,-7 0 0 0 0,-8 0 0 0 0,-7 0 0 0 0,-4 0 0 0 0,-3 0 0 0 0,-1 0 0 0 0,4 0 0 0 0,3 0 0 0 0,-1 0 0 0 0,5 0 0 0 0,0 0 0 0 0,-1 0 0 0 0,-3 0 0 0 0,2 0 0 0 0,12 0 0 0 0,20 0 0 0 0,8 0 0 0 0,7 0 0 0 0,0 0 0 0 0,2 0 0 0 0,-4 0 0 0 0,-11 0 0 0 0,-12 0 0 0 0,-12 0 0 0 0,-9 0 0 0 0,-7 0 0 0 0,-9 0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8:41:48.88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19661 10381 16383 0 0,'3'2'0'0'0,"10"6"0"0"0,8 2 0 0 0,7-1 0 0 0,4 3 0 0 0,2 0 0 0 0,6 3 0 0 0,2 5 0 0 0,-1-1 0 0 0,-1 2 0 0 0,3 2 0 0 0,0-2 0 0 0,-2 1 0 0 0,-2-3 0 0 0,-3 0 0 0 0,-1-3 0 0 0,-1-4 0 0 0,-2 1 0 0 0,1-1 0 0 0,-1 3 0 0 0,0 4 0 0 0,0-1 0 0 0,0 2 0 0 0,1 3 0 0 0,-1-3 0 0 0,1 2 0 0 0,-1 2 0 0 0,1-3 0 0 0,-1 0 0 0 0,1 3 0 0 0,-1 2 0 0 0,0-3 0 0 0,1 0 0 0 0,0-4 0 0 0,-6 0 0 0 0,-2-2 0 0 0,0 0 0 0 0,7 4 0 0 0,4 3 0 0 0,-4 3 0 0 0,-3-2 0 0 0,0-1 0 0 0,0 2 0 0 0,1-4 0 0 0,1-1 0 0 0,1 3 0 0 0,0-3 0 0 0,0 0 0 0 0,1 2 0 0 0,-1 3 0 0 0,1 2 0 0 0,-1 2 0 0 0,1-4 0 0 0,5 0 0 0 0,2-1 0 0 0,0 3 0 0 0,3 1 0 0 0,1 1 0 0 0,-2 2 0 0 0,-2 0 0 0 0,3-5 0 0 0,-1-1 0 0 0,4 0 0 0 0,0 1 0 0 0,3 2 0 0 0,4 6 0 0 0,10 10 0 0 0,6 1 0 0 0,7 5 0 0 0,9 6 0 0 0,1-2 0 0 0,-4-5 0 0 0,-3 1 0 0 0,-11-3 0 0 0,-11-5 0 0 0,-4-8 0 0 0,-6-6 0 0 0,-4-2 0 0 0,0 0 0 0 0,5 1 0 0 0,4 2 0 0 0,6 6 0 0 0,3 2 0 0 0,-3 1 0 0 0,0 0 0 0 0,1-3 0 0 0,-4 0 0 0 0,-1-2 0 0 0,3-1 0 0 0,1 5 0 0 0,3 2 0 0 0,8 5 0 0 0,8 0 0 0 0,3 5 0 0 0,5 4 0 0 0,-2-2 0 0 0,-3-3 0 0 0,-4-5 0 0 0,-10-5 0 0 0,-10-3 0 0 0,-10-7 0 0 0,-1-4 0 0 0,-8 0 0 0 0,-5-5 0 0 0,-3 1 0 0 0,-5 1 0 0 0,-2-3 0 0 0,0 2 0 0 0,-2-4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8:41:48.88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18676 11485 16383 0 0,'4'2'0'0'0,"17"11"0"0"0,15 9 0 0 0,13 6 0 0 0,4 3 0 0 0,4 3 0 0 0,-3-5 0 0 0,-4-1 0 0 0,0-1 0 0 0,-3-4 0 0 0,2-1 0 0 0,-3 1 0 0 0,3 3 0 0 0,4 2 0 0 0,4 2 0 0 0,3 7 0 0 0,3-3 0 0 0,-4-1 0 0 0,-1-2 0 0 0,-5 1 0 0 0,0-1 0 0 0,2 1 0 0 0,2 0 0 0 0,3 5 0 0 0,8 3 0 0 0,4 0 0 0 0,-6-2 0 0 0,-2-7 0 0 0,-7-3 0 0 0,-2-1 0 0 0,-5 0 0 0 0,1 2 0 0 0,2 1 0 0 0,9 1 0 0 0,4 0 0 0 0,3 2 0 0 0,1-1 0 0 0,4 1 0 0 0,2 0 0 0 0,-8 0 0 0 0,-8-6 0 0 0,-5-2 0 0 0,-6-5 0 0 0,-5 0 0 0 0,-5 1 0 0 0,-3-2 0 0 0,3 1 0 0 0,0 2 0 0 0,5 4 0 0 0,0 2 0 0 0,-1 3 0 0 0,3 0 0 0 0,-2-4 0 0 0,-1-1 0 0 0,-4-5 0 0 0,-2-1 0 0 0,-2 2 0 0 0,4-3 0 0 0,1 1 0 0 0,-1 3 0 0 0,4 2 0 0 0,0-2 0 0 0,-6 0 0 0 0,-6-4 0 0 0,-1 1 0 0 0,0-4 0 0 0,-1 2 0 0 0,2 2 0 0 0,5-1 0 0 0,3 1 0 0 0,6 3 0 0 0,0-2 0 0 0,-1 0 0 0 0,-4-3 0 0 0,-7 1 0 0 0,-5-3 0 0 0,-7 1 0 0 0,-1-2 0 0 0,1 2 0 0 0,3 4 0 0 0,3-2 0 0 0,-4 1 0 0 0,1-3 0 0 0,1 2 0 0 0,2 3 0 0 0,2-3 0 0 0,1 2 0 0 0,7 2 0 0 0,3 3 0 0 0,0-3 0 0 0,-2-5 0 0 0,-7-1 0 0 0,-3-3 0 0 0,-1-3 0 0 0,-5 1 0 0 0,-1-1 0 0 0,-4 3 0 0 0,1-1 0 0 0,2-2 0 0 0,0-4 0 0 0,1-2 0 0 0,1-3 0 0 0,4 4 0 0 0,2 2 0 0 0,2 4 0 0 0,1 0 0 0 0,1-1 0 0 0,1-4 0 0 0,0 4 0 0 0,0-1 0 0 0,0-2 0 0 0,-6 4 0 0 0,-2-1 0 0 0,0-2 0 0 0,-3 3 0 0 0,-1-1 0 0 0,2 4 0 0 0,2-1 0 0 0,3 2 0 0 0,1 0 0 0 0,5-9 0 0 0,7-11 0 0 0,9-16 0 0 0,1-10 0 0 0,-3-5 0 0 0,-9-3 0 0 0,-7 6 0 0 0,-7 2 0 0 0,-4 7 0 0 0,1-4 0 0 0,2 2 0 0 0,3 0 0 0 0,1 0 0 0 0,3-3 0 0 0,-5-2 0 0 0,-1-1 0 0 0,-4 0 0 0 0,-1 4 0 0 0,-4 1 0 0 0,1 6 0 0 0,-2 0 0 0 0,2 4 0 0 0,-3-1 0 0 0,3 2 0 0 0,-2 0 0 0 0,1 2 0 0 0,5-2 0 0 0,3 2 0 0 0,-3-3 0 0 0,2 1 0 0 0,-4-2 0 0 0,-1 2 0 0 0,1-1 0 0 0,3-3 0 0 0,3-4 0 0 0,2 1 0 0 0,-2 0 0 0 0,-1-2 0 0 0,1-3 0 0 0,3 4 0 0 0,1 0 0 0 0,-5-2 0 0 0,1 4 0 0 0,-6-1 0 0 0,-4-1 0 0 0,-6 3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8:41:48.88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19455 11480 16383 0 0,'-4'0'0'0'0,"-11"0"0"0"0,-9 0 0 0 0,-10 0 0 0 0,-7 6 0 0 0,-6 1 0 0 0,-1 0 0 0 0,2-1 0 0 0,4-2 0 0 0,3-1 0 0 0,2-2 0 0 0,3-1 0 0 0,1 0 0 0 0,-4 0 0 0 0,-2 0 0 0 0,0 0 0 0 0,-4-1 0 0 0,-6 1 0 0 0,-12 0 0 0 0,-5 0 0 0 0,-4 0 0 0 0,0 0 0 0 0,0 0 0 0 0,1 0 0 0 0,2 0 0 0 0,0 0 0 0 0,1 0 0 0 0,-5 0 0 0 0,-1 0 0 0 0,0 0 0 0 0,1 0 0 0 0,2 0 0 0 0,2 0 0 0 0,1 0 0 0 0,0 0 0 0 0,6 0 0 0 0,3 0 0 0 0,-1 0 0 0 0,-1 0 0 0 0,-8 0 0 0 0,-8 5 0 0 0,-8 3 0 0 0,-2-1 0 0 0,-2-1 0 0 0,-4-2 0 0 0,-2-2 0 0 0,3-1 0 0 0,1 0 0 0 0,-2-1 0 0 0,-2 5 0 0 0,-1 2 0 0 0,-2 0 0 0 0,5-2 0 0 0,6-1 0 0 0,2-1 0 0 0,-2-2 0 0 0,2-1 0 0 0,4 0 0 0 0,5 0 0 0 0,4 0 0 0 0,-4 0 0 0 0,1-1 0 0 0,1 1 0 0 0,2 0 0 0 0,2 0 0 0 0,1 0 0 0 0,1 0 0 0 0,-4 0 0 0 0,-3 0 0 0 0,2 0 0 0 0,0 0 0 0 0,2 0 0 0 0,2 0 0 0 0,1 0 0 0 0,6 0 0 0 0,2 0 0 0 0,0 0 0 0 0,-1 0 0 0 0,-8 0 0 0 0,-2 0 0 0 0,-2 0 0 0 0,6 0 0 0 0,4 0 0 0 0,0 0 0 0 0,5 0 0 0 0,7 0 0 0 0,6 0 0 0 0,5 0 0 0 0,3 0 0 0 0,2 0 0 0 0,2 0 0 0 0,-6 0 0 0 0,-2 0 0 0 0,1 0 0 0 0,-5 0 0 0 0,-1 0 0 0 0,2 0 0 0 0,3 0 0 0 0,2 0 0 0 0,4 0 0 0 0,8 0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1-22T08:41:48.88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13342 10478 16383 0 0,'0'2'0'0'0,"0"10"0"0"0,0 15 0 0 0,0 8 0 0 0,0 3 0 0 0,0 1 0 0 0,0-1 0 0 0,0-2 0 0 0,0-1 0 0 0,6-1 0 0 0,1-1 0 0 0,0 0 0 0 0,-1-1 0 0 0,-2 0 0 0 0,-2 0 0 0 0,0 0 0 0 0,-2 0 0 0 0,0 1 0 0 0,0-1 0 0 0,-1 0 0 0 0,1 0 0 0 0,0 0 0 0 0,0 0 0 0 0,5 0 0 0 0,2 0 0 0 0,0 0 0 0 0,-1 0 0 0 0,-2-2 0 0 0,-1-3 0 0 0,-2 0 0 0 0,0-3 0 0 0,-1-1 0 0 0,-1-1 0 0 0,1-2 0 0 0,0 2 0 0 0,0 2 0 0 0,-1 2 0 0 0,1 1 0 0 0,0 0 0 0 0,0-2 0 0 0,0-2 0 0 0,0 0 0 0 0,0-4 0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customXml" Target="../ink/ink6.xml"/><Relationship Id="rId18" Type="http://schemas.openxmlformats.org/officeDocument/2006/relationships/image" Target="../media/image10.png"/><Relationship Id="rId3" Type="http://schemas.openxmlformats.org/officeDocument/2006/relationships/customXml" Target="../ink/ink1.xml"/><Relationship Id="rId21" Type="http://schemas.openxmlformats.org/officeDocument/2006/relationships/customXml" Target="../ink/ink10.xml"/><Relationship Id="rId7" Type="http://schemas.openxmlformats.org/officeDocument/2006/relationships/customXml" Target="../ink/ink3.xml"/><Relationship Id="rId12" Type="http://schemas.openxmlformats.org/officeDocument/2006/relationships/image" Target="../media/image7.png"/><Relationship Id="rId17" Type="http://schemas.openxmlformats.org/officeDocument/2006/relationships/customXml" Target="../ink/ink8.xml"/><Relationship Id="rId2" Type="http://schemas.openxmlformats.org/officeDocument/2006/relationships/image" Target="../media/image2.png"/><Relationship Id="rId16" Type="http://schemas.openxmlformats.org/officeDocument/2006/relationships/image" Target="../media/image9.pn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11" Type="http://schemas.openxmlformats.org/officeDocument/2006/relationships/customXml" Target="../ink/ink5.xml"/><Relationship Id="rId24" Type="http://schemas.openxmlformats.org/officeDocument/2006/relationships/image" Target="../media/image13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10" Type="http://schemas.openxmlformats.org/officeDocument/2006/relationships/image" Target="../media/image6.png"/><Relationship Id="rId19" Type="http://schemas.openxmlformats.org/officeDocument/2006/relationships/customXml" Target="../ink/ink9.xml"/><Relationship Id="rId4" Type="http://schemas.openxmlformats.org/officeDocument/2006/relationships/image" Target="../media/image3.png"/><Relationship Id="rId9" Type="http://schemas.openxmlformats.org/officeDocument/2006/relationships/customXml" Target="../ink/ink4.xml"/><Relationship Id="rId14" Type="http://schemas.openxmlformats.org/officeDocument/2006/relationships/image" Target="../media/image8.png"/><Relationship Id="rId22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1ddh3sh/CS744-project" TargetMode="External"/><Relationship Id="rId2" Type="http://schemas.openxmlformats.org/officeDocument/2006/relationships/hyperlink" Target="https://github.com/yhirose/cpp-httplib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www.postgresql.org/docs/current/libpq.html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s1ddh3sh/CS744-project/tree/main/results" TargetMode="External"/><Relationship Id="rId2" Type="http://schemas.openxmlformats.org/officeDocument/2006/relationships/hyperlink" Target="https://github.com/s1ddh3sh/CS744-project/blob/main/README.md" TargetMode="Externa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hyperlink" Target="https://github.com/s1ddh3sh/CS744-project/blob/main/results/get_popular.csv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hyperlink" Target="https://github.com/s1ddh3sh/CS744-project/blob/main/results/get_popular.csv" TargetMode="Externa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github.com/s1ddh3sh/CS744-project/blob/main/results/put_all.csv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hyperlink" Target="https://github.com/s1ddh3sh/CS744-project/blob/main/results/put_all.csv" TargetMode="External"/><Relationship Id="rId1" Type="http://schemas.openxmlformats.org/officeDocument/2006/relationships/slideLayout" Target="../slideLayouts/slideLayout5.xml"/><Relationship Id="rId4" Type="http://schemas.openxmlformats.org/officeDocument/2006/relationships/hyperlink" Target="https://github.com/s1ddh3sh/CS744-project/blob/main/25M2113_project_report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5B2BBCF-6B11-DE1B-9CA1-248D0477790D}"/>
              </a:ext>
            </a:extLst>
          </p:cNvPr>
          <p:cNvSpPr txBox="1"/>
          <p:nvPr/>
        </p:nvSpPr>
        <p:spPr>
          <a:xfrm>
            <a:off x="2899170" y="2496697"/>
            <a:ext cx="6394481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400" b="1" dirty="0">
                <a:ea typeface="+mn-lt"/>
                <a:cs typeface="+mn-lt"/>
              </a:rPr>
              <a:t>HTTP-based KV server with in-mem Cache</a:t>
            </a:r>
            <a:endParaRPr lang="en-US" sz="4400" b="1"/>
          </a:p>
        </p:txBody>
      </p:sp>
      <p:pic>
        <p:nvPicPr>
          <p:cNvPr id="5" name="Picture 4" descr="A logo with a flower and text&#10;&#10;AI-generated content may be incorrect.">
            <a:extLst>
              <a:ext uri="{FF2B5EF4-FFF2-40B4-BE49-F238E27FC236}">
                <a16:creationId xmlns:a16="http://schemas.microsoft.com/office/drawing/2014/main" id="{7F9AD5AE-7384-C4D2-160B-7734D846F4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  <a14:imgEffect>
                      <a14:brightnessContrast contrast="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300243" y="361060"/>
            <a:ext cx="1603235" cy="144832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8FB300-E2FB-01E4-4C0B-17635756014E}"/>
              </a:ext>
            </a:extLst>
          </p:cNvPr>
          <p:cNvSpPr txBox="1"/>
          <p:nvPr/>
        </p:nvSpPr>
        <p:spPr>
          <a:xfrm>
            <a:off x="5014675" y="4339215"/>
            <a:ext cx="2186271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dirty="0"/>
              <a:t>By: Siddhesh Shinde</a:t>
            </a:r>
            <a:endParaRPr lang="en-US"/>
          </a:p>
          <a:p>
            <a:pPr algn="ctr"/>
            <a:r>
              <a:rPr lang="en-US" dirty="0"/>
              <a:t>25M2113</a:t>
            </a:r>
          </a:p>
        </p:txBody>
      </p:sp>
      <p:sp>
        <p:nvSpPr>
          <p:cNvPr id="7" name="Google Shape;377;p44">
            <a:extLst>
              <a:ext uri="{FF2B5EF4-FFF2-40B4-BE49-F238E27FC236}">
                <a16:creationId xmlns:a16="http://schemas.microsoft.com/office/drawing/2014/main" id="{89EC32B2-66D6-9E5B-3808-9B5811A45F02}"/>
              </a:ext>
            </a:extLst>
          </p:cNvPr>
          <p:cNvSpPr txBox="1">
            <a:spLocks noGrp="1"/>
          </p:cNvSpPr>
          <p:nvPr/>
        </p:nvSpPr>
        <p:spPr>
          <a:xfrm>
            <a:off x="11522723" y="646142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dirty="0">
                <a:solidFill>
                  <a:srgbClr val="00000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lang="en-US" sz="16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EEF27A-8A72-E52D-975E-A61762696A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FCF65A-3A18-F19A-3BC6-91EB86CB0326}"/>
              </a:ext>
            </a:extLst>
          </p:cNvPr>
          <p:cNvSpPr txBox="1"/>
          <p:nvPr/>
        </p:nvSpPr>
        <p:spPr>
          <a:xfrm>
            <a:off x="3569" y="187251"/>
            <a:ext cx="543318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>
                <a:ea typeface="+mn-lt"/>
                <a:cs typeface="+mn-lt"/>
              </a:rPr>
              <a:t>System Architecture</a:t>
            </a:r>
            <a:endParaRPr lang="en-US"/>
          </a:p>
        </p:txBody>
      </p:sp>
      <p:sp>
        <p:nvSpPr>
          <p:cNvPr id="7" name="Google Shape;377;p44">
            <a:extLst>
              <a:ext uri="{FF2B5EF4-FFF2-40B4-BE49-F238E27FC236}">
                <a16:creationId xmlns:a16="http://schemas.microsoft.com/office/drawing/2014/main" id="{94705DAC-64A3-3216-289A-FD33A74ADCE6}"/>
              </a:ext>
            </a:extLst>
          </p:cNvPr>
          <p:cNvSpPr txBox="1">
            <a:spLocks noGrp="1"/>
          </p:cNvSpPr>
          <p:nvPr/>
        </p:nvSpPr>
        <p:spPr>
          <a:xfrm>
            <a:off x="11522723" y="646142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dirty="0">
                <a:solidFill>
                  <a:srgbClr val="00000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2</a:t>
            </a:fld>
            <a:endParaRPr lang="en-US" sz="1600">
              <a:solidFill>
                <a:srgbClr val="000000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4128824-0074-C18F-9FD4-8E4A791D87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569" y="1181100"/>
            <a:ext cx="8006861" cy="488266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EC3C2871-D47A-9915-EACF-A743165322B8}"/>
                  </a:ext>
                </a:extLst>
              </p14:cNvPr>
              <p14:cNvContentPartPr/>
              <p14:nvPr/>
            </p14:nvContentPartPr>
            <p14:xfrm>
              <a:off x="3872372" y="2985302"/>
              <a:ext cx="2345869" cy="64714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EC3C2871-D47A-9915-EACF-A743165322B8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54374" y="2967425"/>
                <a:ext cx="2381505" cy="10011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5F299AE0-4CCA-7129-0A79-E5CC2D301289}"/>
                  </a:ext>
                </a:extLst>
              </p14:cNvPr>
              <p14:cNvContentPartPr/>
              <p14:nvPr/>
            </p14:nvContentPartPr>
            <p14:xfrm>
              <a:off x="6227886" y="1975497"/>
              <a:ext cx="1961565" cy="102268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5F299AE0-4CCA-7129-0A79-E5CC2D301289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6210250" y="1957505"/>
                <a:ext cx="1997197" cy="105830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C17A015-E00C-CA04-81AA-D8110F94BE9A}"/>
                  </a:ext>
                </a:extLst>
              </p14:cNvPr>
              <p14:cNvContentPartPr/>
              <p14:nvPr/>
            </p14:nvContentPartPr>
            <p14:xfrm>
              <a:off x="8195255" y="1966410"/>
              <a:ext cx="181329" cy="596872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C17A015-E00C-CA04-81AA-D8110F94BE9A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177302" y="1948421"/>
                <a:ext cx="216877" cy="63249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7F3CE29-565F-31A7-1C4E-4DC92A70B24D}"/>
                  </a:ext>
                </a:extLst>
              </p14:cNvPr>
              <p14:cNvContentPartPr/>
              <p14:nvPr/>
            </p14:nvContentPartPr>
            <p14:xfrm>
              <a:off x="6487884" y="2574407"/>
              <a:ext cx="1895036" cy="911996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7F3CE29-565F-31A7-1C4E-4DC92A70B24D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6470247" y="2556772"/>
                <a:ext cx="1930669" cy="947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247DD38A-F266-94EC-8762-97D0A6931ECC}"/>
                  </a:ext>
                </a:extLst>
              </p14:cNvPr>
              <p14:cNvContentPartPr/>
              <p14:nvPr/>
            </p14:nvContentPartPr>
            <p14:xfrm>
              <a:off x="3873069" y="3507260"/>
              <a:ext cx="2616205" cy="23938"/>
            </p14:xfrm>
          </p:contentPart>
        </mc:Choice>
        <mc:Fallback xmlns=""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247DD38A-F266-94EC-8762-97D0A6931EC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55431" y="3489753"/>
                <a:ext cx="2651841" cy="5930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F29D3D0-E78F-C5BA-DCF4-2C13C6964F54}"/>
                  </a:ext>
                </a:extLst>
              </p14:cNvPr>
              <p14:cNvContentPartPr/>
              <p14:nvPr/>
            </p14:nvContentPartPr>
            <p14:xfrm>
              <a:off x="3777869" y="3031470"/>
              <a:ext cx="88432" cy="51041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F29D3D0-E78F-C5BA-DCF4-2C13C6964F54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760326" y="3013485"/>
                <a:ext cx="123876" cy="54602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497FE377-C4B0-CD4D-8700-025A037C0FBC}"/>
                  </a:ext>
                </a:extLst>
              </p14:cNvPr>
              <p14:cNvContentPartPr/>
              <p14:nvPr/>
            </p14:nvContentPartPr>
            <p14:xfrm>
              <a:off x="3901176" y="3763735"/>
              <a:ext cx="2627038" cy="52218"/>
            </p14:xfrm>
          </p:contentPart>
        </mc:Choice>
        <mc:Fallback xmlns=""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497FE377-C4B0-CD4D-8700-025A037C0FB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883538" y="3745852"/>
                <a:ext cx="2662675" cy="876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C759A4FC-726C-7DC8-C274-73ACCF0D53D5}"/>
                  </a:ext>
                </a:extLst>
              </p14:cNvPr>
              <p14:cNvContentPartPr/>
              <p14:nvPr/>
            </p14:nvContentPartPr>
            <p14:xfrm>
              <a:off x="6540380" y="3729495"/>
              <a:ext cx="1708119" cy="1087702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C759A4FC-726C-7DC8-C274-73ACCF0D53D5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522385" y="3711859"/>
                <a:ext cx="1743750" cy="112333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DF6F56FF-B61B-1E46-F5A5-5D6CB6CFB3AB}"/>
                  </a:ext>
                </a:extLst>
              </p14:cNvPr>
              <p14:cNvContentPartPr/>
              <p14:nvPr/>
            </p14:nvContentPartPr>
            <p14:xfrm>
              <a:off x="6131171" y="4188391"/>
              <a:ext cx="2146496" cy="932791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DF6F56FF-B61B-1E46-F5A5-5D6CB6CFB3AB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6113173" y="4170397"/>
                <a:ext cx="2182133" cy="9684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2CF234CB-AE04-A1D1-A786-784EAC9F3BE2}"/>
                  </a:ext>
                </a:extLst>
              </p14:cNvPr>
              <p14:cNvContentPartPr/>
              <p14:nvPr/>
            </p14:nvContentPartPr>
            <p14:xfrm>
              <a:off x="3921986" y="4186283"/>
              <a:ext cx="2194990" cy="35657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2CF234CB-AE04-A1D1-A786-784EAC9F3BE2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904348" y="4168454"/>
                <a:ext cx="2230625" cy="709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5C57B2D9-48B8-F6D9-1801-A5FED6E6F3C4}"/>
                  </a:ext>
                </a:extLst>
              </p14:cNvPr>
              <p14:cNvContentPartPr/>
              <p14:nvPr/>
            </p14:nvContentPartPr>
            <p14:xfrm>
              <a:off x="3915509" y="3769748"/>
              <a:ext cx="23955" cy="4435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5C57B2D9-48B8-F6D9-1801-A5FED6E6F3C4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897895" y="3752122"/>
                <a:ext cx="58831" cy="479131"/>
              </a:xfrm>
              <a:prstGeom prst="rect">
                <a:avLst/>
              </a:prstGeom>
            </p:spPr>
          </p:pic>
        </mc:Fallback>
      </mc:AlternateContent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2F535184-7DE5-43DA-88CB-1DA8988BC534}"/>
              </a:ext>
            </a:extLst>
          </p:cNvPr>
          <p:cNvCxnSpPr/>
          <p:nvPr/>
        </p:nvCxnSpPr>
        <p:spPr>
          <a:xfrm flipH="1">
            <a:off x="7435993" y="614436"/>
            <a:ext cx="1289538" cy="1582614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B3D50212-3EAF-6A74-F00C-1993521BF923}"/>
              </a:ext>
            </a:extLst>
          </p:cNvPr>
          <p:cNvCxnSpPr>
            <a:cxnSpLocks/>
          </p:cNvCxnSpPr>
          <p:nvPr/>
        </p:nvCxnSpPr>
        <p:spPr>
          <a:xfrm flipV="1">
            <a:off x="5829930" y="4740957"/>
            <a:ext cx="1160585" cy="937847"/>
          </a:xfrm>
          <a:prstGeom prst="straightConnector1">
            <a:avLst/>
          </a:prstGeom>
          <a:ln w="28575">
            <a:solidFill>
              <a:srgbClr val="FF0000"/>
            </a:solidFill>
            <a:headEnd type="none"/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A6BA6448-3906-32AD-0C3F-391648693A0C}"/>
              </a:ext>
            </a:extLst>
          </p:cNvPr>
          <p:cNvSpPr txBox="1"/>
          <p:nvPr/>
        </p:nvSpPr>
        <p:spPr>
          <a:xfrm>
            <a:off x="8255031" y="193351"/>
            <a:ext cx="222801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err="1">
                <a:solidFill>
                  <a:srgbClr val="C00000"/>
                </a:solidFill>
              </a:rPr>
              <a:t>get_popular</a:t>
            </a:r>
            <a:endParaRPr lang="en-US" sz="2400" b="1">
              <a:solidFill>
                <a:srgbClr val="C00000"/>
              </a:solidFill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1FC5C66-F4BA-38D7-FB0B-D2DE64B25312}"/>
              </a:ext>
            </a:extLst>
          </p:cNvPr>
          <p:cNvSpPr txBox="1"/>
          <p:nvPr/>
        </p:nvSpPr>
        <p:spPr>
          <a:xfrm>
            <a:off x="5101523" y="5691473"/>
            <a:ext cx="139567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 b="1" dirty="0" err="1">
                <a:solidFill>
                  <a:srgbClr val="C00000"/>
                </a:solidFill>
              </a:rPr>
              <a:t>put_all</a:t>
            </a:r>
            <a:endParaRPr lang="en-US" dirty="0" err="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2D9E14D-92C9-19E0-4879-7871C529F110}"/>
              </a:ext>
            </a:extLst>
          </p:cNvPr>
          <p:cNvSpPr txBox="1"/>
          <p:nvPr/>
        </p:nvSpPr>
        <p:spPr>
          <a:xfrm>
            <a:off x="500990" y="5596893"/>
            <a:ext cx="254900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Workloads:</a:t>
            </a:r>
          </a:p>
          <a:p>
            <a:pPr marL="285750" indent="-285750">
              <a:buFont typeface="Arial"/>
              <a:buChar char="•"/>
            </a:pPr>
            <a:r>
              <a:rPr lang="en-US" err="1"/>
              <a:t>get_popular</a:t>
            </a:r>
            <a:endParaRPr lang="en-US" dirty="0" err="1"/>
          </a:p>
          <a:p>
            <a:pPr marL="285750" indent="-285750">
              <a:buFont typeface="Arial"/>
              <a:buChar char="•"/>
            </a:pPr>
            <a:r>
              <a:rPr lang="en-US" err="1"/>
              <a:t>put_all</a:t>
            </a:r>
            <a:endParaRPr lang="en-US" dirty="0" err="1"/>
          </a:p>
        </p:txBody>
      </p:sp>
    </p:spTree>
    <p:extLst>
      <p:ext uri="{BB962C8B-B14F-4D97-AF65-F5344CB8AC3E}">
        <p14:creationId xmlns:p14="http://schemas.microsoft.com/office/powerpoint/2010/main" val="727470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1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6C7035-3FBF-6AAD-C6B9-921E42DE35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D2E005C-875E-6A3D-098F-93461245CFC9}"/>
              </a:ext>
            </a:extLst>
          </p:cNvPr>
          <p:cNvSpPr txBox="1"/>
          <p:nvPr/>
        </p:nvSpPr>
        <p:spPr>
          <a:xfrm>
            <a:off x="3569" y="187251"/>
            <a:ext cx="6230358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+mn-lt"/>
                <a:cs typeface="+mn-lt"/>
              </a:rPr>
              <a:t>Project Implementation</a:t>
            </a:r>
            <a:endParaRPr lang="en-US" dirty="0"/>
          </a:p>
        </p:txBody>
      </p:sp>
      <p:sp>
        <p:nvSpPr>
          <p:cNvPr id="7" name="Google Shape;377;p44">
            <a:extLst>
              <a:ext uri="{FF2B5EF4-FFF2-40B4-BE49-F238E27FC236}">
                <a16:creationId xmlns:a16="http://schemas.microsoft.com/office/drawing/2014/main" id="{94CDB627-1686-1061-78B2-D90EDDA8DE3C}"/>
              </a:ext>
            </a:extLst>
          </p:cNvPr>
          <p:cNvSpPr txBox="1">
            <a:spLocks noGrp="1"/>
          </p:cNvSpPr>
          <p:nvPr/>
        </p:nvSpPr>
        <p:spPr>
          <a:xfrm>
            <a:off x="11522723" y="646142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dirty="0">
                <a:solidFill>
                  <a:srgbClr val="00000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3</a:t>
            </a:fld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E4F030-53C2-D14D-3F81-340FBDA24FD0}"/>
              </a:ext>
            </a:extLst>
          </p:cNvPr>
          <p:cNvSpPr txBox="1"/>
          <p:nvPr/>
        </p:nvSpPr>
        <p:spPr>
          <a:xfrm>
            <a:off x="465820" y="1060595"/>
            <a:ext cx="4591331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dirty="0"/>
              <a:t>Server : 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Using C++ / </a:t>
            </a:r>
            <a:r>
              <a:rPr lang="en-US" dirty="0">
                <a:ea typeface="+mn-lt"/>
                <a:cs typeface="+mn-lt"/>
                <a:hlinkClick r:id="rId2"/>
              </a:rPr>
              <a:t>cpp-httplib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File : </a:t>
            </a:r>
            <a:r>
              <a:rPr lang="en-US" i="1" dirty="0"/>
              <a:t>server.cpp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Code size : ~128 lines</a:t>
            </a:r>
            <a:br>
              <a:rPr lang="en-US" dirty="0"/>
            </a:b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dirty="0"/>
              <a:t>In-memory cache: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 Using C / </a:t>
            </a:r>
            <a:r>
              <a:rPr lang="en-US" dirty="0" err="1"/>
              <a:t>pthread</a:t>
            </a:r>
            <a:endParaRPr lang="en-US" dirty="0"/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Files : </a:t>
            </a:r>
            <a:r>
              <a:rPr lang="en-US" i="1" err="1"/>
              <a:t>kv-store.h</a:t>
            </a:r>
            <a:r>
              <a:rPr lang="en-US" i="1" dirty="0"/>
              <a:t>, </a:t>
            </a:r>
            <a:r>
              <a:rPr lang="en-US" i="1" err="1"/>
              <a:t>kv-store.c</a:t>
            </a:r>
            <a:endParaRPr lang="en-US" i="1" dirty="0"/>
          </a:p>
          <a:p>
            <a:pPr marL="742950" lvl="1" indent="-285750">
              <a:buFont typeface="Courier New"/>
              <a:buChar char="o"/>
            </a:pPr>
            <a:r>
              <a:rPr lang="en-US" dirty="0"/>
              <a:t>Code size : ~123 lines</a:t>
            </a:r>
            <a:br>
              <a:rPr lang="en-US" dirty="0"/>
            </a:br>
            <a:endParaRPr lang="en-US" i="1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8BC003E-BCF0-B89A-EDCE-D5B33AF62AFA}"/>
              </a:ext>
            </a:extLst>
          </p:cNvPr>
          <p:cNvSpPr txBox="1"/>
          <p:nvPr/>
        </p:nvSpPr>
        <p:spPr>
          <a:xfrm>
            <a:off x="3302144" y="6459789"/>
            <a:ext cx="56015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i="1" dirty="0" err="1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Github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 : </a:t>
            </a:r>
            <a:r>
              <a:rPr lang="en-US" i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https://github.com/s1ddh3sh/CS744-project</a:t>
            </a:r>
            <a:endParaRPr lang="en-US" i="1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7A5C3A-F0D4-CB13-B472-5DB1B9E85740}"/>
              </a:ext>
            </a:extLst>
          </p:cNvPr>
          <p:cNvSpPr txBox="1"/>
          <p:nvPr/>
        </p:nvSpPr>
        <p:spPr>
          <a:xfrm>
            <a:off x="6373084" y="1058386"/>
            <a:ext cx="5044912" cy="29473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dirty="0"/>
              <a:t>Database Layer : 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dirty="0">
                <a:hlinkClick r:id="rId4"/>
              </a:rPr>
              <a:t>libpq</a:t>
            </a:r>
            <a:r>
              <a:rPr lang="en-US" dirty="0"/>
              <a:t> database connector for </a:t>
            </a:r>
            <a:r>
              <a:rPr lang="en-US" dirty="0" err="1"/>
              <a:t>Postgresql</a:t>
            </a:r>
            <a:endParaRPr lang="en-US" dirty="0"/>
          </a:p>
          <a:p>
            <a:pPr marL="742950" lvl="1" indent="-285750">
              <a:buFont typeface="Courier New,monospace"/>
              <a:buChar char="o"/>
            </a:pPr>
            <a:r>
              <a:rPr lang="en-US" dirty="0"/>
              <a:t>Files : </a:t>
            </a:r>
            <a:r>
              <a:rPr lang="en-US" i="1" dirty="0" err="1"/>
              <a:t>db.h</a:t>
            </a:r>
            <a:r>
              <a:rPr lang="en-US" i="1" dirty="0"/>
              <a:t>, </a:t>
            </a:r>
            <a:r>
              <a:rPr lang="en-US" i="1" dirty="0" err="1"/>
              <a:t>db.c</a:t>
            </a:r>
            <a:endParaRPr lang="en-US" dirty="0" err="1"/>
          </a:p>
          <a:p>
            <a:pPr marL="742950" lvl="1" indent="-285750">
              <a:buFont typeface="Courier New,monospace"/>
              <a:buChar char="o"/>
            </a:pPr>
            <a:r>
              <a:rPr lang="en-US" dirty="0"/>
              <a:t>Code size : ~112 lines</a:t>
            </a:r>
            <a:br>
              <a:rPr lang="en-US" dirty="0"/>
            </a:br>
            <a:endParaRPr lang="en-US"/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Load generator : 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dirty="0"/>
              <a:t>Closed loop client program in C++</a:t>
            </a:r>
          </a:p>
          <a:p>
            <a:pPr marL="742950" lvl="1" indent="-285750">
              <a:buFont typeface="Courier New,monospace"/>
              <a:buChar char="o"/>
            </a:pPr>
            <a:r>
              <a:rPr lang="en-US" dirty="0"/>
              <a:t>File : </a:t>
            </a:r>
            <a:r>
              <a:rPr lang="en-US" i="1" dirty="0"/>
              <a:t>loadgen.cpp</a:t>
            </a:r>
            <a:endParaRPr lang="en-US" dirty="0"/>
          </a:p>
          <a:p>
            <a:pPr marL="742950" lvl="1" indent="-285750">
              <a:buFont typeface="Courier New,monospace"/>
              <a:buChar char="o"/>
            </a:pPr>
            <a:r>
              <a:rPr lang="en-US" dirty="0"/>
              <a:t>Code size : ~284 lines</a:t>
            </a:r>
          </a:p>
          <a:p>
            <a:pPr algn="l"/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BC36A9-3E66-4047-C1BF-C68709F97EF1}"/>
              </a:ext>
            </a:extLst>
          </p:cNvPr>
          <p:cNvSpPr txBox="1"/>
          <p:nvPr/>
        </p:nvSpPr>
        <p:spPr>
          <a:xfrm>
            <a:off x="469448" y="3934005"/>
            <a:ext cx="11150788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i="1" dirty="0"/>
              <a:t>run_exp.sh</a:t>
            </a:r>
            <a:r>
              <a:rPr lang="en-US" dirty="0"/>
              <a:t> : 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Bash script that runs the server and load generator across workloads.</a:t>
            </a:r>
            <a:br>
              <a:rPr lang="en-US" dirty="0">
                <a:ea typeface="+mn-lt"/>
                <a:cs typeface="+mn-lt"/>
              </a:rPr>
            </a:b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r>
              <a:rPr lang="en-US" i="1" dirty="0">
                <a:ea typeface="+mn-lt"/>
                <a:cs typeface="+mn-lt"/>
              </a:rPr>
              <a:t>plot_script.py </a:t>
            </a:r>
            <a:r>
              <a:rPr lang="en-US" dirty="0">
                <a:ea typeface="+mn-lt"/>
                <a:cs typeface="+mn-lt"/>
              </a:rPr>
              <a:t>: </a:t>
            </a:r>
            <a:r>
              <a:rPr lang="en-US" i="1" dirty="0">
                <a:ea typeface="+mn-lt"/>
                <a:cs typeface="+mn-lt"/>
              </a:rPr>
              <a:t> </a:t>
            </a:r>
          </a:p>
          <a:p>
            <a:pPr marL="742950" lvl="1" indent="-285750"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Python script to generate the required plots given the results from the load test.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84928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85801-8C91-6439-4E1B-B033867C59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0268EDB-51DB-52C7-0195-314677A4C685}"/>
              </a:ext>
            </a:extLst>
          </p:cNvPr>
          <p:cNvSpPr txBox="1"/>
          <p:nvPr/>
        </p:nvSpPr>
        <p:spPr>
          <a:xfrm>
            <a:off x="3569" y="187251"/>
            <a:ext cx="436639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+mn-lt"/>
                <a:cs typeface="+mn-lt"/>
              </a:rPr>
              <a:t>Load Generator</a:t>
            </a:r>
            <a:endParaRPr lang="en-US" dirty="0"/>
          </a:p>
        </p:txBody>
      </p:sp>
      <p:sp>
        <p:nvSpPr>
          <p:cNvPr id="7" name="Google Shape;377;p44">
            <a:extLst>
              <a:ext uri="{FF2B5EF4-FFF2-40B4-BE49-F238E27FC236}">
                <a16:creationId xmlns:a16="http://schemas.microsoft.com/office/drawing/2014/main" id="{C232E34A-4A4B-87BE-40DA-6741C2F0A136}"/>
              </a:ext>
            </a:extLst>
          </p:cNvPr>
          <p:cNvSpPr txBox="1">
            <a:spLocks noGrp="1"/>
          </p:cNvSpPr>
          <p:nvPr/>
        </p:nvSpPr>
        <p:spPr>
          <a:xfrm>
            <a:off x="11522723" y="646142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dirty="0">
                <a:solidFill>
                  <a:srgbClr val="00000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4</a:t>
            </a:fld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99D7AA-52FB-6019-6ACF-8F66F77EBF9F}"/>
              </a:ext>
            </a:extLst>
          </p:cNvPr>
          <p:cNvSpPr txBox="1"/>
          <p:nvPr/>
        </p:nvSpPr>
        <p:spPr>
          <a:xfrm>
            <a:off x="465820" y="1060595"/>
            <a:ext cx="11460215" cy="503836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Multi-threaded design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One worker thread emulates one client; threads run independently and concurrently.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Shared, lock-free statistics container (atomic counters) aggregates successful/failed requests and 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total latency.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Closed‑loop model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Each worker issues one request and waits for the response before issuing the next request.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Deterministic request sequencing: each thread uses a fixed-seed (seed = 12345u + </a:t>
            </a:r>
            <a:r>
              <a:rPr lang="en-US" dirty="0" err="1">
                <a:ea typeface="+mn-lt"/>
                <a:cs typeface="+mn-lt"/>
              </a:rPr>
              <a:t>thread_id</a:t>
            </a:r>
            <a:r>
              <a:rPr lang="en-US" dirty="0">
                <a:ea typeface="+mn-lt"/>
                <a:cs typeface="+mn-lt"/>
              </a:rPr>
              <a:t>) so runs are repeatable.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To stress the system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Number of client threads is configurable; increasing threads increases concurrent load until the server saturates. Closed-loop zero-think mode forces each client to keep the request pipeline full.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Ability to tune </a:t>
            </a:r>
            <a:r>
              <a:rPr lang="en-US" dirty="0" err="1">
                <a:solidFill>
                  <a:srgbClr val="000000"/>
                </a:solidFill>
                <a:ea typeface="+mn-lt"/>
                <a:cs typeface="+mn-lt"/>
              </a:rPr>
              <a:t>cpu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affinity lets you drive heavy concurrent traffic and control where work executes.</a:t>
            </a:r>
          </a:p>
        </p:txBody>
      </p:sp>
    </p:spTree>
    <p:extLst>
      <p:ext uri="{BB962C8B-B14F-4D97-AF65-F5344CB8AC3E}">
        <p14:creationId xmlns:p14="http://schemas.microsoft.com/office/powerpoint/2010/main" val="1413179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D8FF8-7D0A-7AE6-EEDD-0E72F4F69B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6E7609-CC74-BB4F-4F35-D9A9678F6D9E}"/>
              </a:ext>
            </a:extLst>
          </p:cNvPr>
          <p:cNvSpPr txBox="1"/>
          <p:nvPr/>
        </p:nvSpPr>
        <p:spPr>
          <a:xfrm>
            <a:off x="3569" y="187251"/>
            <a:ext cx="436639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+mn-lt"/>
                <a:cs typeface="+mn-lt"/>
              </a:rPr>
              <a:t>Load Test Setup</a:t>
            </a:r>
            <a:endParaRPr lang="en-US" dirty="0"/>
          </a:p>
        </p:txBody>
      </p:sp>
      <p:sp>
        <p:nvSpPr>
          <p:cNvPr id="7" name="Google Shape;377;p44">
            <a:extLst>
              <a:ext uri="{FF2B5EF4-FFF2-40B4-BE49-F238E27FC236}">
                <a16:creationId xmlns:a16="http://schemas.microsoft.com/office/drawing/2014/main" id="{453774C5-C7EA-B9DA-FE59-1DD970761159}"/>
              </a:ext>
            </a:extLst>
          </p:cNvPr>
          <p:cNvSpPr txBox="1">
            <a:spLocks noGrp="1"/>
          </p:cNvSpPr>
          <p:nvPr/>
        </p:nvSpPr>
        <p:spPr>
          <a:xfrm>
            <a:off x="11522723" y="646142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dirty="0">
                <a:solidFill>
                  <a:srgbClr val="00000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5</a:t>
            </a:fld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7B583-5492-91CD-4E12-FB3019874913}"/>
              </a:ext>
            </a:extLst>
          </p:cNvPr>
          <p:cNvSpPr txBox="1"/>
          <p:nvPr/>
        </p:nvSpPr>
        <p:spPr>
          <a:xfrm>
            <a:off x="465820" y="1060595"/>
            <a:ext cx="11460215" cy="54538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Core Affinity</a:t>
            </a:r>
            <a:r>
              <a:rPr lang="en-US" dirty="0">
                <a:ea typeface="+mn-lt"/>
                <a:cs typeface="+mn-lt"/>
              </a:rPr>
              <a:t> :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Server program runs on cores 0,1.</a:t>
            </a:r>
            <a:br>
              <a:rPr lang="en-US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 taskset -c 0-1 ./server</a:t>
            </a:r>
            <a:endParaRPr lang="en-US" i="1"/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Load generator is ran on the rest of the cores, which spawns thread clients .</a:t>
            </a:r>
            <a:br>
              <a:rPr lang="en-US" dirty="0">
                <a:ea typeface="+mn-lt"/>
                <a:cs typeface="+mn-lt"/>
              </a:rPr>
            </a:br>
            <a:r>
              <a:rPr lang="en-US" i="1" dirty="0">
                <a:ea typeface="+mn-lt"/>
                <a:cs typeface="+mn-lt"/>
              </a:rPr>
              <a:t> taskset -c 2-7 ./</a:t>
            </a:r>
            <a:r>
              <a:rPr lang="en-US" i="1" dirty="0" err="1">
                <a:ea typeface="+mn-lt"/>
                <a:cs typeface="+mn-lt"/>
              </a:rPr>
              <a:t>loadgen</a:t>
            </a:r>
            <a:r>
              <a:rPr lang="en-US" i="1" dirty="0">
                <a:ea typeface="+mn-lt"/>
                <a:cs typeface="+mn-lt"/>
              </a:rPr>
              <a:t> &lt;threads&gt; &lt;duration&gt; &lt;workload&gt;</a:t>
            </a:r>
            <a:endParaRPr lang="en-US" dirty="0" err="1"/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ea typeface="+mn-lt"/>
                <a:cs typeface="+mn-lt"/>
                <a:hlinkClick r:id="rId2"/>
              </a:rPr>
              <a:t>README.md</a:t>
            </a:r>
            <a:r>
              <a:rPr lang="en-US" i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for more details regarding the execution.</a:t>
            </a: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b="1" dirty="0">
                <a:ea typeface="+mn-lt"/>
                <a:cs typeface="+mn-lt"/>
              </a:rPr>
              <a:t>Total Number of Runs </a:t>
            </a:r>
            <a:r>
              <a:rPr lang="en-US" dirty="0">
                <a:ea typeface="+mn-lt"/>
                <a:cs typeface="+mn-lt"/>
              </a:rPr>
              <a:t>: 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For each workload, </a:t>
            </a:r>
            <a:r>
              <a:rPr lang="en-US" dirty="0" err="1">
                <a:ea typeface="+mn-lt"/>
                <a:cs typeface="+mn-lt"/>
              </a:rPr>
              <a:t>i.e</a:t>
            </a:r>
            <a:r>
              <a:rPr lang="en-US" dirty="0">
                <a:ea typeface="+mn-lt"/>
                <a:cs typeface="+mn-lt"/>
              </a:rPr>
              <a:t> </a:t>
            </a:r>
            <a:r>
              <a:rPr lang="en-US" dirty="0" err="1">
                <a:ea typeface="+mn-lt"/>
                <a:cs typeface="+mn-lt"/>
              </a:rPr>
              <a:t>get_popular</a:t>
            </a:r>
            <a:r>
              <a:rPr lang="en-US" dirty="0">
                <a:ea typeface="+mn-lt"/>
                <a:cs typeface="+mn-lt"/>
              </a:rPr>
              <a:t> and put-all, the experiments are ran across load levels from levels 1-16, until throughput plateau /  performance bottleneck is achieved.</a:t>
            </a:r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ea typeface="+mn-lt"/>
                <a:cs typeface="+mn-lt"/>
              </a:rPr>
              <a:t>The duration of each experiment run is fixed at 300 seconds (5 min) to ensure results are collected from a stable, steady-state system.</a:t>
            </a:r>
            <a:endParaRPr lang="en-US" dirty="0"/>
          </a:p>
          <a:p>
            <a:pPr marL="742950" lvl="1" indent="-285750">
              <a:lnSpc>
                <a:spcPct val="150000"/>
              </a:lnSpc>
              <a:buFont typeface="Courier New"/>
              <a:buChar char="o"/>
            </a:pP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The 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  <a:hlinkClick r:id="rId3"/>
              </a:rPr>
              <a:t>/results</a:t>
            </a:r>
            <a:r>
              <a:rPr lang="en-US" dirty="0">
                <a:solidFill>
                  <a:srgbClr val="000000"/>
                </a:solidFill>
                <a:ea typeface="+mn-lt"/>
                <a:cs typeface="+mn-lt"/>
              </a:rPr>
              <a:t> folder stores the result logs from each run and csv files used for plots.</a:t>
            </a:r>
          </a:p>
          <a:p>
            <a:pPr>
              <a:lnSpc>
                <a:spcPct val="150000"/>
              </a:lnSpc>
            </a:pPr>
            <a:endParaRPr lang="en-US" dirty="0">
              <a:solidFill>
                <a:srgbClr val="000000"/>
              </a:solidFill>
              <a:ea typeface="+mn-lt"/>
              <a:cs typeface="+mn-lt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04EA04-4920-5CD8-9E97-DFC39F34BD89}"/>
              </a:ext>
            </a:extLst>
          </p:cNvPr>
          <p:cNvSpPr/>
          <p:nvPr/>
        </p:nvSpPr>
        <p:spPr>
          <a:xfrm>
            <a:off x="1263514" y="2010636"/>
            <a:ext cx="2516041" cy="35158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39A4D1-18C4-7C4C-A2F7-382E4FA3A44A}"/>
              </a:ext>
            </a:extLst>
          </p:cNvPr>
          <p:cNvSpPr/>
          <p:nvPr/>
        </p:nvSpPr>
        <p:spPr>
          <a:xfrm>
            <a:off x="1263513" y="2842974"/>
            <a:ext cx="6126748" cy="33986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35741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FF7E10-6ED7-24A4-F6FF-91E0E68493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91318A-B115-7251-81C4-3D6F845E8C4C}"/>
              </a:ext>
            </a:extLst>
          </p:cNvPr>
          <p:cNvSpPr txBox="1"/>
          <p:nvPr/>
        </p:nvSpPr>
        <p:spPr>
          <a:xfrm>
            <a:off x="3569" y="187251"/>
            <a:ext cx="436639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+mn-lt"/>
                <a:cs typeface="+mn-lt"/>
              </a:rPr>
              <a:t>Load test results </a:t>
            </a:r>
            <a:endParaRPr lang="en-US" sz="4000" b="1" dirty="0"/>
          </a:p>
        </p:txBody>
      </p:sp>
      <p:sp>
        <p:nvSpPr>
          <p:cNvPr id="7" name="Google Shape;377;p44">
            <a:extLst>
              <a:ext uri="{FF2B5EF4-FFF2-40B4-BE49-F238E27FC236}">
                <a16:creationId xmlns:a16="http://schemas.microsoft.com/office/drawing/2014/main" id="{48759174-D25B-3965-C7AD-DBA098F6FA3B}"/>
              </a:ext>
            </a:extLst>
          </p:cNvPr>
          <p:cNvSpPr txBox="1">
            <a:spLocks noGrp="1"/>
          </p:cNvSpPr>
          <p:nvPr/>
        </p:nvSpPr>
        <p:spPr>
          <a:xfrm>
            <a:off x="11522723" y="646142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dirty="0">
                <a:solidFill>
                  <a:srgbClr val="00000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6</a:t>
            </a:fld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F216335-DD54-0ED4-296E-8210B5296E7E}"/>
              </a:ext>
            </a:extLst>
          </p:cNvPr>
          <p:cNvSpPr txBox="1"/>
          <p:nvPr/>
        </p:nvSpPr>
        <p:spPr>
          <a:xfrm>
            <a:off x="296651" y="977850"/>
            <a:ext cx="887572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/>
              <a:t>get_popular</a:t>
            </a:r>
            <a:r>
              <a:rPr lang="en-US" sz="2000" dirty="0"/>
              <a:t> : Data for the following plots is available in </a:t>
            </a:r>
            <a:r>
              <a:rPr lang="en-US" sz="2000" dirty="0">
                <a:hlinkClick r:id="rId2"/>
              </a:rPr>
              <a:t>get_popular.csv</a:t>
            </a:r>
            <a:endParaRPr lang="en-US" sz="2000" dirty="0"/>
          </a:p>
        </p:txBody>
      </p:sp>
      <p:pic>
        <p:nvPicPr>
          <p:cNvPr id="5" name="Picture 4" descr="A graph with a line&#10;&#10;AI-generated content may be incorrect.">
            <a:extLst>
              <a:ext uri="{FF2B5EF4-FFF2-40B4-BE49-F238E27FC236}">
                <a16:creationId xmlns:a16="http://schemas.microsoft.com/office/drawing/2014/main" id="{2757617D-2C42-25D1-8D85-A4D6AE74AF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9292" y="1863970"/>
            <a:ext cx="5685692" cy="3540370"/>
          </a:xfrm>
          <a:prstGeom prst="rect">
            <a:avLst/>
          </a:prstGeom>
        </p:spPr>
      </p:pic>
      <p:pic>
        <p:nvPicPr>
          <p:cNvPr id="6" name="Picture 5" descr="A graph with a line&#10;&#10;AI-generated content may be incorrect.">
            <a:extLst>
              <a:ext uri="{FF2B5EF4-FFF2-40B4-BE49-F238E27FC236}">
                <a16:creationId xmlns:a16="http://schemas.microsoft.com/office/drawing/2014/main" id="{628B51D0-A96F-AE97-ED2E-D3F20F3ABC2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1863969"/>
            <a:ext cx="5802924" cy="354037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DF7921-74FC-EB5F-F58F-B7A60BF44B7D}"/>
              </a:ext>
            </a:extLst>
          </p:cNvPr>
          <p:cNvSpPr txBox="1"/>
          <p:nvPr/>
        </p:nvSpPr>
        <p:spPr>
          <a:xfrm>
            <a:off x="1577882" y="5494277"/>
            <a:ext cx="33411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Throughput Vs Load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AF42EF-987F-027A-E6C9-16D17589CA09}"/>
              </a:ext>
            </a:extLst>
          </p:cNvPr>
          <p:cNvSpPr txBox="1"/>
          <p:nvPr/>
        </p:nvSpPr>
        <p:spPr>
          <a:xfrm>
            <a:off x="7498035" y="5494276"/>
            <a:ext cx="41031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2.    Response time Vs Load level</a:t>
            </a:r>
          </a:p>
        </p:txBody>
      </p:sp>
    </p:spTree>
    <p:extLst>
      <p:ext uri="{BB962C8B-B14F-4D97-AF65-F5344CB8AC3E}">
        <p14:creationId xmlns:p14="http://schemas.microsoft.com/office/powerpoint/2010/main" val="29492609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2A6D02-33A2-9E96-5C2A-0457F795FA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28C289D-678A-E84C-E198-D83107E1A131}"/>
              </a:ext>
            </a:extLst>
          </p:cNvPr>
          <p:cNvSpPr txBox="1"/>
          <p:nvPr/>
        </p:nvSpPr>
        <p:spPr>
          <a:xfrm>
            <a:off x="3569" y="187251"/>
            <a:ext cx="436639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+mn-lt"/>
                <a:cs typeface="+mn-lt"/>
              </a:rPr>
              <a:t>Load test results </a:t>
            </a:r>
            <a:endParaRPr lang="en-US" sz="4000" b="1" dirty="0"/>
          </a:p>
        </p:txBody>
      </p:sp>
      <p:sp>
        <p:nvSpPr>
          <p:cNvPr id="7" name="Google Shape;377;p44">
            <a:extLst>
              <a:ext uri="{FF2B5EF4-FFF2-40B4-BE49-F238E27FC236}">
                <a16:creationId xmlns:a16="http://schemas.microsoft.com/office/drawing/2014/main" id="{4F51D0D2-483D-21A1-FE29-07588099B17F}"/>
              </a:ext>
            </a:extLst>
          </p:cNvPr>
          <p:cNvSpPr txBox="1">
            <a:spLocks noGrp="1"/>
          </p:cNvSpPr>
          <p:nvPr/>
        </p:nvSpPr>
        <p:spPr>
          <a:xfrm>
            <a:off x="11522723" y="646142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dirty="0">
                <a:solidFill>
                  <a:srgbClr val="00000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7</a:t>
            </a:fld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9AEEA74-F751-434F-9CE7-CCBDCD124474}"/>
              </a:ext>
            </a:extLst>
          </p:cNvPr>
          <p:cNvSpPr txBox="1"/>
          <p:nvPr/>
        </p:nvSpPr>
        <p:spPr>
          <a:xfrm>
            <a:off x="296651" y="977850"/>
            <a:ext cx="887572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err="1"/>
              <a:t>get_popular</a:t>
            </a:r>
            <a:r>
              <a:rPr lang="en-US" sz="2000" dirty="0"/>
              <a:t> : Data for the following plots is available in </a:t>
            </a:r>
            <a:r>
              <a:rPr lang="en-US" sz="2000" dirty="0">
                <a:hlinkClick r:id="rId2"/>
              </a:rPr>
              <a:t>get_popular.csv</a:t>
            </a:r>
            <a:endParaRPr 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F300C06-CB62-3066-B205-3620B7E74166}"/>
              </a:ext>
            </a:extLst>
          </p:cNvPr>
          <p:cNvSpPr txBox="1"/>
          <p:nvPr/>
        </p:nvSpPr>
        <p:spPr>
          <a:xfrm>
            <a:off x="3418404" y="5775630"/>
            <a:ext cx="4443143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3.    Server CPU utilization(%) Vs Load level</a:t>
            </a:r>
          </a:p>
        </p:txBody>
      </p:sp>
      <p:pic>
        <p:nvPicPr>
          <p:cNvPr id="4" name="Picture 3" descr="A graph with a green line&#10;&#10;AI-generated content may be incorrect.">
            <a:extLst>
              <a:ext uri="{FF2B5EF4-FFF2-40B4-BE49-F238E27FC236}">
                <a16:creationId xmlns:a16="http://schemas.microsoft.com/office/drawing/2014/main" id="{1A54F748-61AA-3E33-8B91-64B373C8AF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2215" y="1406769"/>
            <a:ext cx="6893170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5233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F9EBA3-7FB4-C53F-4058-1FC3792C81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487A2E6-1A76-E306-84E7-556079BD6777}"/>
              </a:ext>
            </a:extLst>
          </p:cNvPr>
          <p:cNvSpPr txBox="1"/>
          <p:nvPr/>
        </p:nvSpPr>
        <p:spPr>
          <a:xfrm>
            <a:off x="3569" y="187251"/>
            <a:ext cx="436639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+mn-lt"/>
                <a:cs typeface="+mn-lt"/>
              </a:rPr>
              <a:t>Load test results </a:t>
            </a:r>
            <a:endParaRPr lang="en-US" sz="4000" b="1" dirty="0"/>
          </a:p>
        </p:txBody>
      </p:sp>
      <p:sp>
        <p:nvSpPr>
          <p:cNvPr id="7" name="Google Shape;377;p44">
            <a:extLst>
              <a:ext uri="{FF2B5EF4-FFF2-40B4-BE49-F238E27FC236}">
                <a16:creationId xmlns:a16="http://schemas.microsoft.com/office/drawing/2014/main" id="{41E46D32-28A5-41AD-98EE-01819B23B9C6}"/>
              </a:ext>
            </a:extLst>
          </p:cNvPr>
          <p:cNvSpPr txBox="1">
            <a:spLocks noGrp="1"/>
          </p:cNvSpPr>
          <p:nvPr/>
        </p:nvSpPr>
        <p:spPr>
          <a:xfrm>
            <a:off x="11522723" y="646142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dirty="0">
                <a:solidFill>
                  <a:srgbClr val="00000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8</a:t>
            </a:fld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B76549-C2F9-87B1-AB6A-326D44537F30}"/>
              </a:ext>
            </a:extLst>
          </p:cNvPr>
          <p:cNvSpPr txBox="1"/>
          <p:nvPr/>
        </p:nvSpPr>
        <p:spPr>
          <a:xfrm>
            <a:off x="296651" y="977850"/>
            <a:ext cx="887572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/>
              <a:t>put_all</a:t>
            </a:r>
            <a:r>
              <a:rPr lang="en-US" sz="2000" dirty="0"/>
              <a:t> : Data for the following plots is available in </a:t>
            </a:r>
            <a:r>
              <a:rPr lang="en-US" sz="2000" dirty="0">
                <a:hlinkClick r:id="rId2"/>
              </a:rPr>
              <a:t>put_all.csv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C4EA56A-6891-F5AF-D07C-8697D6AE262F}"/>
              </a:ext>
            </a:extLst>
          </p:cNvPr>
          <p:cNvSpPr txBox="1"/>
          <p:nvPr/>
        </p:nvSpPr>
        <p:spPr>
          <a:xfrm>
            <a:off x="1577882" y="5494277"/>
            <a:ext cx="33411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AutoNum type="arabicPeriod"/>
            </a:pPr>
            <a:r>
              <a:rPr lang="en-US" dirty="0"/>
              <a:t>Throughput Vs Load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FE80A6-D0C4-8FA7-3184-D92053442385}"/>
              </a:ext>
            </a:extLst>
          </p:cNvPr>
          <p:cNvSpPr txBox="1"/>
          <p:nvPr/>
        </p:nvSpPr>
        <p:spPr>
          <a:xfrm>
            <a:off x="7498035" y="5494276"/>
            <a:ext cx="41031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2.    Response time Vs Load level</a:t>
            </a:r>
          </a:p>
        </p:txBody>
      </p:sp>
      <p:pic>
        <p:nvPicPr>
          <p:cNvPr id="4" name="Picture 3" descr="A graph with orange line&#10;&#10;AI-generated content may be incorrect.">
            <a:extLst>
              <a:ext uri="{FF2B5EF4-FFF2-40B4-BE49-F238E27FC236}">
                <a16:creationId xmlns:a16="http://schemas.microsoft.com/office/drawing/2014/main" id="{BC9E2FA1-8B5D-6F19-16F5-7C4CA42CAB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291" y="1852245"/>
            <a:ext cx="5779478" cy="3645878"/>
          </a:xfrm>
          <a:prstGeom prst="rect">
            <a:avLst/>
          </a:prstGeom>
        </p:spPr>
      </p:pic>
      <p:pic>
        <p:nvPicPr>
          <p:cNvPr id="9" name="Picture 8" descr="A graph with a line graph&#10;&#10;AI-generated content may be incorrect.">
            <a:extLst>
              <a:ext uri="{FF2B5EF4-FFF2-40B4-BE49-F238E27FC236}">
                <a16:creationId xmlns:a16="http://schemas.microsoft.com/office/drawing/2014/main" id="{A19003C5-E2C2-66AD-0B0B-F1701F95608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3415" y="1852246"/>
            <a:ext cx="5779477" cy="36458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0807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AAF0A2-C013-AC00-4205-5C57E832B9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7D076C-893F-DA1D-E7B0-5E9111C63E1A}"/>
              </a:ext>
            </a:extLst>
          </p:cNvPr>
          <p:cNvSpPr txBox="1"/>
          <p:nvPr/>
        </p:nvSpPr>
        <p:spPr>
          <a:xfrm>
            <a:off x="3569" y="187251"/>
            <a:ext cx="4366390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4000" b="1" dirty="0">
                <a:ea typeface="+mn-lt"/>
                <a:cs typeface="+mn-lt"/>
              </a:rPr>
              <a:t>Load test results </a:t>
            </a:r>
            <a:endParaRPr lang="en-US" sz="4000" b="1" dirty="0"/>
          </a:p>
        </p:txBody>
      </p:sp>
      <p:sp>
        <p:nvSpPr>
          <p:cNvPr id="7" name="Google Shape;377;p44">
            <a:extLst>
              <a:ext uri="{FF2B5EF4-FFF2-40B4-BE49-F238E27FC236}">
                <a16:creationId xmlns:a16="http://schemas.microsoft.com/office/drawing/2014/main" id="{58ECB5A0-D95C-CBAD-C635-B8FAF926C30E}"/>
              </a:ext>
            </a:extLst>
          </p:cNvPr>
          <p:cNvSpPr txBox="1">
            <a:spLocks noGrp="1"/>
          </p:cNvSpPr>
          <p:nvPr/>
        </p:nvSpPr>
        <p:spPr>
          <a:xfrm>
            <a:off x="11522723" y="646142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1pPr>
            <a:lvl2pPr marR="0" lvl="1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2pPr>
            <a:lvl3pPr marR="0" lvl="2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3pPr>
            <a:lvl4pPr marR="0" lvl="3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4pPr>
            <a:lvl5pPr marR="0" lvl="4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5pPr>
            <a:lvl6pPr marR="0" lvl="5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6pPr>
            <a:lvl7pPr marR="0" lvl="6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7pPr>
            <a:lvl8pPr marR="0" lvl="7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8pPr>
            <a:lvl9pPr marR="0" lvl="8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b="0" i="0" u="none" strike="noStrike" cap="none">
                <a:solidFill>
                  <a:schemeClr val="dk1"/>
                </a:solidFill>
                <a:latin typeface="Arimo"/>
                <a:ea typeface="Arimo"/>
                <a:cs typeface="Arimo"/>
                <a:sym typeface="Arim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600" dirty="0">
                <a:solidFill>
                  <a:srgbClr val="000000"/>
                </a:solidFill>
              </a:rPr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9</a:t>
            </a:fld>
            <a:endParaRPr lang="en-US" sz="1600">
              <a:solidFill>
                <a:srgbClr val="000000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E9F7094-5D9B-1207-E414-19A817631755}"/>
              </a:ext>
            </a:extLst>
          </p:cNvPr>
          <p:cNvSpPr txBox="1"/>
          <p:nvPr/>
        </p:nvSpPr>
        <p:spPr>
          <a:xfrm>
            <a:off x="4004558" y="5681845"/>
            <a:ext cx="37983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/>
              <a:t>3.    Disk utilization(%) Vs Load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711F3F3-ED79-CDC7-2C3C-2AEC7A95F68A}"/>
              </a:ext>
            </a:extLst>
          </p:cNvPr>
          <p:cNvSpPr txBox="1"/>
          <p:nvPr/>
        </p:nvSpPr>
        <p:spPr>
          <a:xfrm>
            <a:off x="296651" y="977850"/>
            <a:ext cx="8875726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/>
              <a:t>put_all</a:t>
            </a:r>
            <a:r>
              <a:rPr lang="en-US" sz="2000" dirty="0"/>
              <a:t> : Data for the following plots is available in </a:t>
            </a:r>
            <a:r>
              <a:rPr lang="en-US" sz="2000" dirty="0">
                <a:hlinkClick r:id="rId2"/>
              </a:rPr>
              <a:t>put_all.csv</a:t>
            </a:r>
          </a:p>
        </p:txBody>
      </p:sp>
      <p:pic>
        <p:nvPicPr>
          <p:cNvPr id="8" name="Picture 7" descr="A graph with a green line&#10;&#10;AI-generated content may be incorrect.">
            <a:extLst>
              <a:ext uri="{FF2B5EF4-FFF2-40B4-BE49-F238E27FC236}">
                <a16:creationId xmlns:a16="http://schemas.microsoft.com/office/drawing/2014/main" id="{EFECED0E-4210-BFF0-FE4E-56A6B1B5EE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85292" y="1383323"/>
            <a:ext cx="6834555" cy="43023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8436EB3-45CF-7693-3B2A-8F6C1263D406}"/>
              </a:ext>
            </a:extLst>
          </p:cNvPr>
          <p:cNvSpPr txBox="1"/>
          <p:nvPr/>
        </p:nvSpPr>
        <p:spPr>
          <a:xfrm>
            <a:off x="3946913" y="6518404"/>
            <a:ext cx="4300238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</a:rPr>
              <a:t>Detailed report : </a:t>
            </a:r>
            <a:r>
              <a:rPr lang="en-US" sz="1600" i="1" dirty="0">
                <a:solidFill>
                  <a:schemeClr val="tx1">
                    <a:lumMod val="85000"/>
                    <a:lumOff val="15000"/>
                  </a:schemeClr>
                </a:solidFill>
                <a:ea typeface="+mn-lt"/>
                <a:cs typeface="+mn-l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25M2113_project_report.pdf</a:t>
            </a:r>
            <a:endParaRPr lang="en-US" sz="1600" i="1" dirty="0">
              <a:solidFill>
                <a:schemeClr val="tx1">
                  <a:lumMod val="85000"/>
                  <a:lumOff val="15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833407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500</cp:revision>
  <dcterms:created xsi:type="dcterms:W3CDTF">2025-11-22T06:41:30Z</dcterms:created>
  <dcterms:modified xsi:type="dcterms:W3CDTF">2025-11-22T09:23:24Z</dcterms:modified>
</cp:coreProperties>
</file>